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</p:sldIdLst>
  <p:sldSz cx="23749000" cy="168021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hyperlink" TargetMode="External" Target="https://archive.org"/><Relationship Id="rId6" Type="http://schemas.openxmlformats.org/officeDocument/2006/relationships/image" Target="../media/image6.png"/><Relationship Id="rId7" Type="http://schemas.openxmlformats.org/officeDocument/2006/relationships/hyperlink" TargetMode="External" Target="https://archive.org/upload/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8" Type="http://schemas.openxmlformats.org/officeDocument/2006/relationships/image" Target="../media/image8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0" Type="http://schemas.openxmlformats.org/officeDocument/2006/relationships/image" Target="../media/image10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" id="3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S</a:t>
            </a:r>
            <a:r>
              <a:rPr lang="en-US" sz="3700">
                <a:solidFill>
                  <a:srgbClr val="252525"/>
                </a:solidFill>
              </a:rPr>
              <a:t>QLite format 3</a:t>
            </a:r>
            <a:r>
              <a:rPr lang="en-US" sz="3700">
                <a:solidFill>
                  <a:srgbClr val="252525"/>
                </a:solidFill>
              </a:rPr>
              <a:t>referer: </a:t>
            </a:r>
            <a:r>
              <a:rPr lang="en-US" sz="3700">
                <a:solidFill>
                  <a:srgbClr val="252525"/>
                </a:solidFill>
              </a:rPr>
              <a:t>sec-ch-ua: "Google Chrome";v="131", "Chromium";v="131", "Not_A Brand";v="24"sec-ch-ua-mobile: ?1sec-ch-ua-platform: "Android"sec-fetch-dest: emptysec-fetch-mode: corssec-fetch-site: same-siteuser-agent: Mozilla/5.0 (Linux; Android 10; K) AppleWebKit/537.36 (KHTML, like Gecko) Chrome/131.0.0.0 Mobile Safari/537.36x-amz-acl: bucket-owner-full-controlx-amz-auto-make-bucket: 1x-archive-interactive-priority: 1x-archive-meta-mediatype: uri(software)</a:t>
            </a:r>
          </a:p>
        </p:txBody>
      </p:sp>
      <p:pic>
        <p:nvPicPr>
          <p:cNvPr name="Picture 4" id="4">
            <a:hlinkClick r:id="rId5"/>
          </p:cNvPr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6451600" y="1079500"/>
            <a:ext cx="10820400" cy="1714500"/>
          </a:xfrm>
          <a:prstGeom prst="rect">
            <a:avLst/>
          </a:prstGeom>
        </p:spPr>
      </p:pic>
      <p:pic>
        <p:nvPicPr>
          <p:cNvPr name="Picture 6" id="6">
            <a:hlinkClick r:id="rId7"/>
          </p:cNvPr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>
            <a:off x="6451600" y="3746500"/>
            <a:ext cx="10820400" cy="1714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8" id="9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x-archive-meta01-collection: uri(open_source_software)x-archive-meta01-creator: uri(GOD%20FIRST%20JOHN%20JAMES)x-archive-meta01-date: uri(2025-01-18)x-archive-meta01-description: uri(%7BJOHN%3A%3A7%3A17%3Cdiv%3E%3Cbr%3E%3C%2Fdiv%3E%3Cdiv%3E%26nbsp%3B%20(If%20any%20man%20will%20do%20his%20will%2C%20he%20shall%20know%20of%20the%20doctrine%2C%20whether%20it%20be%20of%20God%2C%20or%20whether%20I%20speak%20of%20myself.)%7D%3C%2Fdiv%3E)x-archive-meta01-language: uri(eng)x-archive-meta01-licenseurl: uri(https%3A%2F%2Fcreativecommons.org%2Flicenses%2Fby-nc-sa%2F4.0%2F)x-archive-meta01-scanner: uri(Internet%20Archive%20HTML5%20Uploader%201.7.0)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0" id="11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x-archive-meta01-subject: uri(Power)x-archive-meta01-title: uri(LORD%5E%20HOUSE%20250113%20033842)x-archive-size-hint: 79121090x-file-name: uri(LORD%5EHOUSE_250113_033842.pptx)x-file-size: 79121090x-forwarded-proto: httpsx-ias3-encoded-key: LORD%5EHOUSE_250113_033842.pptxx-ias3-upload-bytes-per-second: 146594.825886x-ias3-upload-duration: 539.726348x-ias3-upload-mtime: 1737156819x-ias3-upload-start-time: 1737156279.719305x-requested-with: XMLHttpRequestx-upload-date: 2025-01-17T23:33:39.000ZAÙâº&lt;lqk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