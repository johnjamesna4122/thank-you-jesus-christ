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23749000" cy="168021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 Type="http://schemas.openxmlformats.org/officeDocument/2006/relationships/presProps" Target="presProps.xml"/><Relationship Id="rId20" Type="http://schemas.openxmlformats.org/officeDocument/2006/relationships/slide" Target="slides/slide15.xml"/><Relationship Id="rId21" Type="http://schemas.openxmlformats.org/officeDocument/2006/relationships/slide" Target="slides/slide16.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7.xml"/><Relationship Id="rId6" Type="http://schemas.openxmlformats.org/officeDocument/2006/relationships/image" Target="../media/image6.png"/><Relationship Id="rId8" Type="http://schemas.openxmlformats.org/officeDocument/2006/relationships/image" Target="../media/image8.pn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7.xml"/><Relationship Id="rId9" Type="http://schemas.openxmlformats.org/officeDocument/2006/relationships/image" Target="../media/image9.pn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7.xml"/><Relationship Id="rId11" Type="http://schemas.openxmlformats.org/officeDocument/2006/relationships/image" Target="../media/image11.png"/><Relationship Id="rId13" Type="http://schemas.openxmlformats.org/officeDocument/2006/relationships/image" Target="../media/image13.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7.xml"/><Relationship Id="rId14" Type="http://schemas.openxmlformats.org/officeDocument/2006/relationships/image" Target="../media/image14.png"/><Relationship Id="rId16" Type="http://schemas.openxmlformats.org/officeDocument/2006/relationships/image" Target="../media/image16.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7.xml"/><Relationship Id="rId17" Type="http://schemas.openxmlformats.org/officeDocument/2006/relationships/image" Target="../media/image17.pn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7.xml"/><Relationship Id="rId19" Type="http://schemas.openxmlformats.org/officeDocument/2006/relationships/image" Target="../media/image19.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7.xml"/><Relationship Id="rId21" Type="http://schemas.openxmlformats.org/officeDocument/2006/relationships/image" Target="../media/image21.png"/><Relationship Id="rId23" Type="http://schemas.openxmlformats.org/officeDocument/2006/relationships/image" Target="../media/image23.pn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7.xml"/><Relationship Id="rId24" Type="http://schemas.openxmlformats.org/officeDocument/2006/relationships/image" Target="../media/image24.png"/><Relationship Id="rId26" Type="http://schemas.openxmlformats.org/officeDocument/2006/relationships/image" Target="../media/image26.pn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7.xml"/><Relationship Id="rId27" Type="http://schemas.openxmlformats.org/officeDocument/2006/relationships/image" Target="../media/image27.png"/><Relationship Id="rId29" Type="http://schemas.openxmlformats.org/officeDocument/2006/relationships/image" Target="../media/image29.pn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7.xml"/><Relationship Id="rId30" Type="http://schemas.openxmlformats.org/officeDocument/2006/relationships/image" Target="../media/image30.png"/><Relationship Id="rId32" Type="http://schemas.openxmlformats.org/officeDocument/2006/relationships/image" Target="../media/image32.png"/><Relationship Id="rId33" Type="http://schemas.openxmlformats.org/officeDocument/2006/relationships/image" Target="../media/image33.pn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7.xml"/><Relationship Id="rId34" Type="http://schemas.openxmlformats.org/officeDocument/2006/relationships/image" Target="../media/image34.png"/><Relationship Id="rId36" Type="http://schemas.openxmlformats.org/officeDocument/2006/relationships/image" Target="../media/image36.png"/></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7.xml"/><Relationship Id="rId37" Type="http://schemas.openxmlformats.org/officeDocument/2006/relationships/image" Target="../media/image37.png"/></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7.xml"/><Relationship Id="rId39" Type="http://schemas.openxmlformats.org/officeDocument/2006/relationships/image" Target="../media/image39.png"/><Relationship Id="rId41" Type="http://schemas.openxmlformats.org/officeDocument/2006/relationships/image" Target="../media/image41.png"/></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7.xml"/><Relationship Id="rId42" Type="http://schemas.openxmlformats.org/officeDocument/2006/relationships/image" Target="../media/image42.png"/></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127000"/>
            <a:ext cx="23749000" cy="16548100"/>
          </a:xfrm>
          <a:prstGeom prst="rect">
            <a:avLst/>
          </a:prstGeom>
        </p:spPr>
      </p:pic>
      <p:sp>
        <p:nvSpPr>
          <p:cNvPr name="TextBox 2" id="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a:t>
            </a:r>
            <a:r>
              <a:rPr lang="en-US" sz="3700">
                <a:solidFill>
                  <a:srgbClr val="252525"/>
                </a:solidFill>
              </a:rPr>
              <a:t>     GOD-FIRST-JOHN-JAMES:THANK YOU JESUS CHRIST SON OF LIVING GOD&lt;THANK YOU GOD OF THE UNIVERSE &gt;</a:t>
            </a:r>
          </a:p>
          <a:p>
            <a:r>
              <a:rPr lang="en-US" sz="5000"/>
              <a:t>  </a:t>
            </a:r>
          </a:p>
          <a:p>
            <a:r>
              <a:rPr lang="en-US" sz="3700">
                <a:solidFill>
                  <a:srgbClr val="252525"/>
                </a:solidFill>
              </a:rPr>
              <a:t>     ABUNDANCE MARBLE :THANK YOU JESUS CHRIST SON OF LIVING GOD&lt;THANK YOU GOD THE FATHER OF ALL NATIONS&gt;</a:t>
            </a:r>
          </a:p>
          <a:p>
            <a:r>
              <a:rPr lang="en-US" sz="3700">
                <a:solidFill>
                  <a:srgbClr val="252525"/>
                </a:solidFill>
              </a:rPr>
              <a:t>  ]</a:t>
            </a:r>
          </a:p>
          <a:p>
            <a:r>
              <a:rPr lang="en-US" sz="3700">
                <a:solidFill>
                  <a:srgbClr val="252525"/>
                </a:solidFill>
              </a:rPr>
              <a:t>[ </a:t>
            </a:r>
          </a:p>
          <a:p>
            <a:r>
              <a:rPr lang="en-US" sz="3700">
                <a:solidFill>
                  <a:srgbClr val="252525"/>
                </a:solidFill>
              </a:rPr>
              <a:t> LIVE</a:t>
            </a:r>
          </a:p>
          <a:p>
            <a:r>
              <a:rPr lang="en-US" sz="5000"/>
              <a:t>  </a:t>
            </a:r>
          </a:p>
          <a:p>
            <a:r>
              <a:rPr lang="en-US" sz="3700">
                <a:solidFill>
                  <a:srgbClr val="252525"/>
                </a:solidFill>
              </a:rPr>
              <a:t>SELFLESSLY</a:t>
            </a:r>
          </a:p>
          <a:p>
            <a:r>
              <a:rPr lang="en-US" sz="5000"/>
              <a:t>  </a:t>
            </a:r>
          </a:p>
          <a:p>
            <a:r>
              <a:rPr lang="en-US" sz="3700">
                <a:solidFill>
                  <a:srgbClr val="252525"/>
                </a:solidFill>
              </a:rPr>
              <a:t>Memorise</a:t>
            </a:r>
          </a:p>
          <a:p>
            <a:r>
              <a:rPr lang="en-US" sz="5000"/>
              <a:t>  </a:t>
            </a:r>
          </a:p>
          <a:p>
            <a:r>
              <a:rPr lang="en-US" sz="3700">
                <a:solidFill>
                  <a:srgbClr val="252525"/>
                </a:solidFill>
              </a:rPr>
              <a:t>Thou art worthy, O Lord, to receive glory and honour and power: for thou hast created all things, and for thy pleasure they are and were created.</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4" id="4"/>
          <p:cNvPicPr>
            <a:picLocks noChangeAspect="true"/>
          </p:cNvPicPr>
          <p:nvPr/>
        </p:nvPicPr>
        <p:blipFill>
          <a:blip r:embed="rId4"/>
          <a:stretch>
            <a:fillRect/>
          </a:stretch>
        </p:blipFill>
        <p:spPr>
          <a:xfrm>
            <a:off x="0" y="127000"/>
            <a:ext cx="23749000" cy="16548100"/>
          </a:xfrm>
          <a:prstGeom prst="rect">
            <a:avLst/>
          </a:prstGeom>
        </p:spPr>
      </p:pic>
      <p:sp>
        <p:nvSpPr>
          <p:cNvPr name="TextBox 4" id="5"/>
          <p:cNvSpPr txBox="true"/>
          <p:nvPr/>
        </p:nvSpPr>
        <p:spPr>
          <a:xfrm>
            <a:off x="5930900" y="1320800"/>
            <a:ext cx="11887200" cy="15735300"/>
          </a:xfrm>
          <a:prstGeom prst="rect">
            <a:avLst/>
          </a:prstGeom>
        </p:spPr>
        <p:txBody>
          <a:bodyPr anchor="t" rtlCol="false"/>
          <a:lstStyle/>
          <a:p>
            <a:pPr algn="l"/>
            <a:r>
              <a:t/>
            </a:r>
            <a:endParaRPr lang="en-US" sz="1100"/>
          </a:p>
          <a:p>
            <a:r>
              <a:rPr lang="en-US" sz="3700">
                <a:solidFill>
                  <a:srgbClr val="252525"/>
                </a:solidFill>
              </a:rPr>
              <a:t>Revelation 4:11</a:t>
            </a:r>
          </a:p>
          <a:p>
            <a:r>
              <a:rPr lang="en-US" sz="5000"/>
              <a:t>  </a:t>
            </a:r>
          </a:p>
          <a:p>
            <a:r>
              <a:rPr lang="en-US" sz="3700">
                <a:solidFill>
                  <a:srgbClr val="252525"/>
                </a:solidFill>
              </a:rPr>
              <a:t>Read:</a:t>
            </a:r>
          </a:p>
          <a:p>
            <a:r>
              <a:rPr lang="en-US" sz="5000"/>
              <a:t>  </a:t>
            </a:r>
          </a:p>
          <a:p>
            <a:r>
              <a:rPr lang="en-US" sz="3700">
                <a:solidFill>
                  <a:srgbClr val="252525"/>
                </a:solidFill>
              </a:rPr>
              <a:t>Genesis 50:15-21</a:t>
            </a:r>
          </a:p>
          <a:p>
            <a:r>
              <a:rPr lang="en-US" sz="5000"/>
              <a:t>  </a:t>
            </a:r>
          </a:p>
          <a:p>
            <a:r>
              <a:rPr lang="en-US" sz="3700">
                <a:solidFill>
                  <a:srgbClr val="252525"/>
                </a:solidFill>
              </a:rPr>
              <a:t>VEAR</a:t>
            </a:r>
          </a:p>
          <a:p>
            <a:r>
              <a:rPr lang="en-US" sz="5000"/>
              <a:t>  </a:t>
            </a:r>
          </a:p>
          <a:p>
            <a:r>
              <a:rPr lang="en-US" sz="3700">
                <a:solidFill>
                  <a:srgbClr val="252525"/>
                </a:solidFill>
              </a:rPr>
              <a:t>Bible in one year:</a:t>
            </a:r>
          </a:p>
          <a:p>
            <a:r>
              <a:rPr lang="en-US" sz="5000"/>
              <a:t>  </a:t>
            </a:r>
          </a:p>
          <a:p>
            <a:r>
              <a:rPr lang="en-US" sz="3700">
                <a:solidFill>
                  <a:srgbClr val="252525"/>
                </a:solidFill>
              </a:rPr>
              <a:t>Judges 11-13</a:t>
            </a:r>
          </a:p>
          <a:p>
            <a:r>
              <a:rPr lang="en-US" sz="5000"/>
              <a:t>  </a:t>
            </a:r>
          </a:p>
          <a:p>
            <a:r>
              <a:rPr lang="en-US" sz="3700">
                <a:solidFill>
                  <a:srgbClr val="252525"/>
                </a:solidFill>
              </a:rPr>
              <a:t>Hymn 23</a:t>
            </a:r>
          </a:p>
          <a:p>
            <a:r>
              <a:rPr lang="en-US" sz="5000"/>
              <a:t>  </a:t>
            </a:r>
          </a:p>
          <a:p>
            <a:r>
              <a:rPr lang="en-US" sz="3700">
                <a:solidFill>
                  <a:srgbClr val="252525"/>
                </a:solidFill>
              </a:rPr>
              <a:t>Take My Life And Let It Be</a:t>
            </a:r>
          </a:p>
          <a:p>
            <a:r>
              <a:rPr lang="en-US" sz="5000"/>
              <a:t>  </a:t>
            </a:r>
          </a:p>
          <a:p>
            <a:r>
              <a:rPr lang="en-US" sz="3700">
                <a:solidFill>
                  <a:srgbClr val="252525"/>
                </a:solidFill>
              </a:rPr>
              <a:t>Prayer Point:</a:t>
            </a:r>
          </a:p>
          <a:p>
            <a:r>
              <a:rPr lang="en-US" sz="5000"/>
              <a:t>  </a:t>
            </a:r>
          </a:p>
          <a:p>
            <a:r>
              <a:rPr lang="en-US" sz="3700">
                <a:solidFill>
                  <a:srgbClr val="252525"/>
                </a:solidFill>
              </a:rPr>
              <a:t>Father, from today, please help me to live selflessly, in Jesus'name.</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6" id="6"/>
          <p:cNvPicPr>
            <a:picLocks noChangeAspect="true"/>
          </p:cNvPicPr>
          <p:nvPr/>
        </p:nvPicPr>
        <p:blipFill>
          <a:blip r:embed="rId6"/>
          <a:stretch>
            <a:fillRect/>
          </a:stretch>
        </p:blipFill>
        <p:spPr>
          <a:xfrm>
            <a:off x="0" y="127000"/>
            <a:ext cx="23749000" cy="16548100"/>
          </a:xfrm>
          <a:prstGeom prst="rect">
            <a:avLst/>
          </a:prstGeom>
        </p:spPr>
      </p:pic>
      <p:sp>
        <p:nvSpPr>
          <p:cNvPr name="TextBox 6" id="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The twenty-four elders in heaven made it clear in T today's memory verse that we were created to fulfil God's pleasure. When we live for ourselves alone, we negate the purpose of our existence. When a person lives for God, he or she would not abuse </a:t>
            </a:r>
            <a:r>
              <a:rPr lang="en-US" sz="3700">
                <a:solidFill>
                  <a:srgbClr val="252525"/>
                </a:solidFill>
              </a:rPr>
              <a:t>any privilege or opportunity.</a:t>
            </a:r>
          </a:p>
          <a:p>
            <a:r>
              <a:rPr lang="en-US" sz="3700">
                <a:solidFill>
                  <a:srgbClr val="252525"/>
                </a:solidFill>
              </a:rPr>
              <a:t/>
            </a:r>
          </a:p>
          <a:p>
            <a:r>
              <a:rPr lang="en-US" sz="3700">
                <a:solidFill>
                  <a:srgbClr val="252525"/>
                </a:solidFill>
              </a:rPr>
              <a:t>Joseph is a good example of someone who lived for and his fellow humar Even man beings, particularly his God his brothers. though they eventually repaid </a:t>
            </a:r>
            <a:r>
              <a:rPr lang="en-US" sz="3700">
                <a:solidFill>
                  <a:srgbClr val="252525"/>
                </a:solidFill>
              </a:rPr>
              <a:t>him with evil, his selfless service made him go the extra mile to find them and deliver their food to them when he couldn't locate them initially. He could have </a:t>
            </a:r>
          </a:p>
        </p:txBody>
      </p:sp>
      <p:pic>
        <p:nvPicPr>
          <p:cNvPr name="Picture 8" id="8"/>
          <p:cNvPicPr>
            <a:picLocks noChangeAspect="true"/>
          </p:cNvPicPr>
          <p:nvPr/>
        </p:nvPicPr>
        <p:blipFill>
          <a:blip r:embed="rId8"/>
          <a:stretch>
            <a:fillRect/>
          </a:stretch>
        </p:blipFill>
        <p:spPr>
          <a:xfrm>
            <a:off x="6451600" y="5626100"/>
            <a:ext cx="5308600" cy="3975100"/>
          </a:xfrm>
          <a:prstGeom prst="rect">
            <a:avLst/>
          </a:prstGeom>
        </p:spPr>
      </p:pic>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9" id="9"/>
          <p:cNvPicPr>
            <a:picLocks noChangeAspect="true"/>
          </p:cNvPicPr>
          <p:nvPr/>
        </p:nvPicPr>
        <p:blipFill>
          <a:blip r:embed="rId9"/>
          <a:stretch>
            <a:fillRect/>
          </a:stretch>
        </p:blipFill>
        <p:spPr>
          <a:xfrm>
            <a:off x="0" y="127000"/>
            <a:ext cx="23749000" cy="16548100"/>
          </a:xfrm>
          <a:prstGeom prst="rect">
            <a:avLst/>
          </a:prstGeom>
        </p:spPr>
      </p:pic>
      <p:sp>
        <p:nvSpPr>
          <p:cNvPr name="TextBox 9" id="10"/>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returned home with the supplies he took with him, but he didn't. You can find the story in Genesis 37:13-28. Joseph's love for God caused him to reject the sexual advances of his master's wife. He could not bear doing anything that will displeased, and this made him say in Genesis 39:9:</a:t>
            </a:r>
          </a:p>
          <a:p>
            <a:r>
              <a:rPr lang="en-US" sz="5000"/>
              <a:t>  </a:t>
            </a:r>
          </a:p>
          <a:p>
            <a:pPr>
              <a:buFont typeface="Arial"/>
              <a:buChar char="□"/>
            </a:pPr>
            <a:r>
              <a:rPr lang="en-US" sz="3700" b="true">
                <a:solidFill>
                  <a:srgbClr val="252525"/>
                </a:solidFill>
              </a:rPr>
              <a:t>There is none greater in this house than 1; neither hath he kept back any thing from me but thee, because thou art his wife: how then can I do this great wickedness, and sin against God?</a:t>
            </a:r>
          </a:p>
          <a:p>
            <a:r>
              <a:rPr lang="en-US" sz="5000"/>
              <a:t>  </a:t>
            </a:r>
          </a:p>
          <a:p>
            <a:r>
              <a:rPr lang="en-US" sz="3700">
                <a:solidFill>
                  <a:srgbClr val="252525"/>
                </a:solidFill>
              </a:rPr>
              <a:t>Furthermore, his love for people made him interpret the dreams of his fellow inmates, which led to him becoming the Prime Minister of Egypt. When he eventually came into power, he did not consider the hardships he endured due to the cruelty of </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1" id="11"/>
          <p:cNvPicPr>
            <a:picLocks noChangeAspect="true"/>
          </p:cNvPicPr>
          <p:nvPr/>
        </p:nvPicPr>
        <p:blipFill>
          <a:blip r:embed="rId11"/>
          <a:stretch>
            <a:fillRect/>
          </a:stretch>
        </p:blipFill>
        <p:spPr>
          <a:xfrm>
            <a:off x="0" y="127000"/>
            <a:ext cx="23749000" cy="16548100"/>
          </a:xfrm>
          <a:prstGeom prst="rect">
            <a:avLst/>
          </a:prstGeom>
        </p:spPr>
      </p:pic>
      <p:sp>
        <p:nvSpPr>
          <p:cNvPr name="TextBox 11" id="12"/>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his brothers when they sold him into slavery. The love of God in him made him realise that his sufferings served a higher purpose for God and humanity. He said in Genesis 50:20:</a:t>
            </a:r>
          </a:p>
          <a:p>
            <a:r>
              <a:rPr lang="en-US" sz="5000"/>
              <a:t>  </a:t>
            </a:r>
          </a:p>
          <a:p>
            <a:pPr>
              <a:buFont typeface="Arial"/>
              <a:buChar char="□"/>
            </a:pPr>
            <a:r>
              <a:rPr lang="en-US" sz="3700" b="true">
                <a:solidFill>
                  <a:srgbClr val="252525"/>
                </a:solidFill>
              </a:rPr>
              <a:t>But as for you, ye thought evil against me; but God meant it unto good, to bring to pass, as it is this day, to save much people alive.</a:t>
            </a:r>
          </a:p>
          <a:p>
            <a:r>
              <a:rPr lang="en-US" sz="3700">
                <a:solidFill>
                  <a:srgbClr val="252525"/>
                </a:solidFill>
              </a:rPr>
              <a:t/>
            </a:r>
          </a:p>
          <a:p>
            <a:r>
              <a:rPr lang="en-US" sz="3700">
                <a:solidFill>
                  <a:srgbClr val="252525"/>
                </a:solidFill>
              </a:rPr>
              <a:t>Our Father in heaven wants us to live a selfless life so that we can attain the fullness of His purpose for our lives. Those who are selfish short-change themselves without knowing it.</a:t>
            </a:r>
          </a:p>
        </p:txBody>
      </p:sp>
      <p:pic>
        <p:nvPicPr>
          <p:cNvPr name="Picture 13" id="13"/>
          <p:cNvPicPr>
            <a:picLocks noChangeAspect="true"/>
          </p:cNvPicPr>
          <p:nvPr/>
        </p:nvPicPr>
        <p:blipFill>
          <a:blip r:embed="rId13"/>
          <a:stretch>
            <a:fillRect/>
          </a:stretch>
        </p:blipFill>
        <p:spPr>
          <a:xfrm>
            <a:off x="6451600" y="7899400"/>
            <a:ext cx="4826000" cy="3619500"/>
          </a:xfrm>
          <a:prstGeom prst="rect">
            <a:avLst/>
          </a:prstGeom>
        </p:spPr>
      </p:pic>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4" id="14"/>
          <p:cNvPicPr>
            <a:picLocks noChangeAspect="true"/>
          </p:cNvPicPr>
          <p:nvPr/>
        </p:nvPicPr>
        <p:blipFill>
          <a:blip r:embed="rId14"/>
          <a:stretch>
            <a:fillRect/>
          </a:stretch>
        </p:blipFill>
        <p:spPr>
          <a:xfrm>
            <a:off x="0" y="127000"/>
            <a:ext cx="23749000" cy="16548100"/>
          </a:xfrm>
          <a:prstGeom prst="rect">
            <a:avLst/>
          </a:prstGeom>
        </p:spPr>
      </p:pic>
      <p:sp>
        <p:nvSpPr>
          <p:cNvPr name="TextBox 14" id="1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Moses, even though he lived in affluence in Pharoah's palace, decided to suffer with his brethren (the Israelites) and eventually saved them from bondage by leading them out of Egypt (Hebrews 11:24-27). His selflessness ensured that he fulfilled God's purpose for his life and the nation of Israel at large. Beloved, begin to live beyond yourself, and you will have the fullness of God's grace to divinely prosper, both spiritually and physically</a:t>
            </a:r>
          </a:p>
          <a:p>
            <a:r>
              <a:rPr lang="en-US" sz="3700">
                <a:solidFill>
                  <a:srgbClr val="252525"/>
                </a:solidFill>
              </a:rPr>
              <a:t>]</a:t>
            </a:r>
          </a:p>
          <a:p>
            <a:r>
              <a:rPr lang="en-US" sz="3700">
                <a:solidFill>
                  <a:srgbClr val="252525"/>
                </a:solidFill>
              </a:rPr>
              <a:t/>
            </a:r>
          </a:p>
          <a:p>
            <a:r>
              <a:rPr lang="en-US" sz="3700">
                <a:solidFill>
                  <a:srgbClr val="252525"/>
                </a:solidFill>
              </a:rPr>
              <a:t>[ </a:t>
            </a:r>
          </a:p>
          <a:p>
            <a:r>
              <a:rPr lang="en-US" sz="5000"/>
              <a:t>  </a:t>
            </a:r>
          </a:p>
          <a:p>
            <a:r>
              <a:rPr lang="en-US" sz="3700">
                <a:solidFill>
                  <a:srgbClr val="252525"/>
                </a:solidFill>
              </a:rPr>
              <a:t>THE MORE THE MERRIER</a:t>
            </a:r>
          </a:p>
          <a:p>
            <a:r>
              <a:rPr lang="en-US" sz="5000"/>
              <a:t>  </a:t>
            </a:r>
          </a:p>
          <a:p>
            <a:r>
              <a:rPr lang="en-US" sz="3700">
                <a:solidFill>
                  <a:srgbClr val="252525"/>
                </a:solidFill>
              </a:rPr>
              <a:t>Memorise:</a:t>
            </a:r>
          </a:p>
        </p:txBody>
      </p:sp>
      <p:pic>
        <p:nvPicPr>
          <p:cNvPr name="Picture 16" id="16"/>
          <p:cNvPicPr>
            <a:picLocks noChangeAspect="true"/>
          </p:cNvPicPr>
          <p:nvPr/>
        </p:nvPicPr>
        <p:blipFill>
          <a:blip r:embed="rId16"/>
          <a:stretch>
            <a:fillRect/>
          </a:stretch>
        </p:blipFill>
        <p:spPr>
          <a:xfrm>
            <a:off x="6451600" y="9410700"/>
            <a:ext cx="2730500" cy="2044700"/>
          </a:xfrm>
          <a:prstGeom prst="rect">
            <a:avLst/>
          </a:prstGeom>
        </p:spPr>
      </p:pic>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7" id="17"/>
          <p:cNvPicPr>
            <a:picLocks noChangeAspect="true"/>
          </p:cNvPicPr>
          <p:nvPr/>
        </p:nvPicPr>
        <p:blipFill>
          <a:blip r:embed="rId17"/>
          <a:stretch>
            <a:fillRect/>
          </a:stretch>
        </p:blipFill>
        <p:spPr>
          <a:xfrm>
            <a:off x="0" y="127000"/>
            <a:ext cx="23749000" cy="16548100"/>
          </a:xfrm>
          <a:prstGeom prst="rect">
            <a:avLst/>
          </a:prstGeom>
        </p:spPr>
      </p:pic>
      <p:sp>
        <p:nvSpPr>
          <p:cNvPr name="TextBox 17" id="18"/>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How should one chase a thousand, and two put ten thousand to flight, except their Rock had sold them, and the Lord had shut them up?</a:t>
            </a:r>
          </a:p>
          <a:p>
            <a:r>
              <a:rPr lang="en-US" sz="5000"/>
              <a:t>  </a:t>
            </a:r>
          </a:p>
          <a:p>
            <a:r>
              <a:rPr lang="en-US" sz="3700">
                <a:solidFill>
                  <a:srgbClr val="252525"/>
                </a:solidFill>
              </a:rPr>
              <a:t>Deuteronomy 32:30</a:t>
            </a:r>
          </a:p>
          <a:p>
            <a:r>
              <a:rPr lang="en-US" sz="5000"/>
              <a:t>  </a:t>
            </a:r>
          </a:p>
          <a:p>
            <a:r>
              <a:rPr lang="en-US" sz="3700">
                <a:solidFill>
                  <a:srgbClr val="252525"/>
                </a:solidFill>
              </a:rPr>
              <a:t>Read:</a:t>
            </a:r>
          </a:p>
          <a:p>
            <a:r>
              <a:rPr lang="en-US" sz="5000"/>
              <a:t>  </a:t>
            </a:r>
          </a:p>
          <a:p>
            <a:r>
              <a:rPr lang="en-US" sz="3700">
                <a:solidFill>
                  <a:srgbClr val="252525"/>
                </a:solidFill>
              </a:rPr>
              <a:t>Ecclesiastes 4:9-12</a:t>
            </a:r>
          </a:p>
          <a:p>
            <a:r>
              <a:rPr lang="en-US" sz="5000"/>
              <a:t>  </a:t>
            </a:r>
          </a:p>
          <a:p>
            <a:r>
              <a:rPr lang="en-US" sz="3700">
                <a:solidFill>
                  <a:srgbClr val="252525"/>
                </a:solidFill>
              </a:rPr>
              <a:t>BIBLE INA YEAR</a:t>
            </a:r>
          </a:p>
          <a:p>
            <a:r>
              <a:rPr lang="en-US" sz="5000"/>
              <a:t>  </a:t>
            </a:r>
          </a:p>
          <a:p>
            <a:r>
              <a:rPr lang="en-US" sz="3700">
                <a:solidFill>
                  <a:srgbClr val="252525"/>
                </a:solidFill>
              </a:rPr>
              <a:t>Bible in one year:</a:t>
            </a:r>
          </a:p>
          <a:p>
            <a:r>
              <a:rPr lang="en-US" sz="5000"/>
              <a:t>  </a:t>
            </a:r>
          </a:p>
          <a:p>
            <a:r>
              <a:rPr lang="en-US" sz="3700">
                <a:solidFill>
                  <a:srgbClr val="252525"/>
                </a:solidFill>
              </a:rPr>
              <a:t>Judges 9-10</a:t>
            </a:r>
          </a:p>
          <a:p>
            <a:r>
              <a:rPr lang="en-US" sz="5000"/>
              <a:t>  </a:t>
            </a:r>
          </a:p>
          <a:p>
            <a:r>
              <a:rPr lang="en-US" sz="3700">
                <a:solidFill>
                  <a:srgbClr val="252525"/>
                </a:solidFill>
              </a:rPr>
              <a:t>Hymn 4</a:t>
            </a:r>
          </a:p>
          <a:p>
            <a:r>
              <a:rPr lang="en-US" sz="5000"/>
              <a:t>  </a:t>
            </a:r>
          </a:p>
          <a:p>
            <a:r>
              <a:rPr lang="en-US" sz="3700">
                <a:solidFill>
                  <a:srgbClr val="252525"/>
                </a:solidFill>
              </a:rPr>
              <a:t>To The Work! To The Work! We Are Servants Of God</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9" id="19"/>
          <p:cNvPicPr>
            <a:picLocks noChangeAspect="true"/>
          </p:cNvPicPr>
          <p:nvPr/>
        </p:nvPicPr>
        <p:blipFill>
          <a:blip r:embed="rId19"/>
          <a:stretch>
            <a:fillRect/>
          </a:stretch>
        </p:blipFill>
        <p:spPr>
          <a:xfrm>
            <a:off x="0" y="127000"/>
            <a:ext cx="23749000" cy="16548100"/>
          </a:xfrm>
          <a:prstGeom prst="rect">
            <a:avLst/>
          </a:prstGeom>
        </p:spPr>
      </p:pic>
      <p:sp>
        <p:nvSpPr>
          <p:cNvPr name="TextBox 19" id="20"/>
          <p:cNvSpPr txBox="true"/>
          <p:nvPr/>
        </p:nvSpPr>
        <p:spPr>
          <a:xfrm>
            <a:off x="5930900" y="1320800"/>
            <a:ext cx="11887200" cy="15735300"/>
          </a:xfrm>
          <a:prstGeom prst="rect">
            <a:avLst/>
          </a:prstGeom>
        </p:spPr>
        <p:txBody>
          <a:bodyPr anchor="t" rtlCol="false"/>
          <a:lstStyle/>
          <a:p>
            <a:pPr algn="l"/>
            <a:r>
              <a:t/>
            </a:r>
            <a:endParaRPr lang="en-US" sz="1100"/>
          </a:p>
          <a:p>
            <a:r>
              <a:rPr lang="en-US" sz="3700">
                <a:solidFill>
                  <a:srgbClr val="252525"/>
                </a:solidFill>
              </a:rPr>
              <a:t>Action Point:</a:t>
            </a:r>
          </a:p>
          <a:p>
            <a:r>
              <a:rPr lang="en-US" sz="5000"/>
              <a:t>  </a:t>
            </a:r>
          </a:p>
          <a:p>
            <a:r>
              <a:rPr lang="en-US" sz="3700">
                <a:solidFill>
                  <a:srgbClr val="252525"/>
                </a:solidFill>
              </a:rPr>
              <a:t>Make it a point of duty to preach the gospel to at least one person every day.</a:t>
            </a:r>
          </a:p>
          <a:p>
            <a:r>
              <a:rPr lang="en-US" sz="5000"/>
              <a:t>  </a:t>
            </a:r>
          </a:p>
          <a:p>
            <a:r>
              <a:rPr lang="en-US" sz="3700">
                <a:solidFill>
                  <a:srgbClr val="252525"/>
                </a:solidFill>
              </a:rPr>
              <a:t>      The more we are in our services will be. make a Our local assemblies, the merrier If we are not e a joyful noise? me the more we many, how can we are, the louder the merter it will be to noise we can make, and the mer together. Let me tell you that I believe to I yours woke up clapping. One day, the fine fingers sald singing, and they They tried to make a praise God be the origin of and heard the birds God, we also want to praise sound individually, but You. They triedenly, they are some sounds should e can produce So, it further, cooperate, maybe we finger cooperated with another finger, and they discovered </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1" id="21"/>
          <p:cNvPicPr>
            <a:picLocks noChangeAspect="true"/>
          </p:cNvPicPr>
          <p:nvPr/>
        </p:nvPicPr>
        <p:blipFill>
          <a:blip r:embed="rId21"/>
          <a:stretch>
            <a:fillRect/>
          </a:stretch>
        </p:blipFill>
        <p:spPr>
          <a:xfrm>
            <a:off x="0" y="127000"/>
            <a:ext cx="23749000" cy="16548100"/>
          </a:xfrm>
          <a:prstGeom prst="rect">
            <a:avLst/>
          </a:prstGeom>
        </p:spPr>
      </p:pic>
      <p:sp>
        <p:nvSpPr>
          <p:cNvPr name="TextBox 21" id="22"/>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atentie snapping sound. They took it f that there was saloperated with the other palm. They made and der singer and then another finger decided to join in. one coope a better soundproved, and yet another finger joined in, Before long all the fingers were jamming together in praise, making a joyful noise to the LORD </a:t>
            </a:r>
          </a:p>
          <a:p>
            <a:r>
              <a:rPr lang="en-US" sz="3700">
                <a:solidFill>
                  <a:srgbClr val="252525"/>
                </a:solidFill>
              </a:rPr>
              <a:t/>
            </a:r>
          </a:p>
          <a:p>
            <a:r>
              <a:rPr lang="en-US" sz="3700">
                <a:solidFill>
                  <a:srgbClr val="252525"/>
                </a:solidFill>
              </a:rPr>
              <a:t>In the same token, the more we are, the greater our impact will be in the world. When we are many, the impact we will make canot be ignored because it will be significant. When ten prople come together against a policy of the government, the government can easily ignore them. However when 10,000 people come together to speak against the same </a:t>
            </a:r>
          </a:p>
        </p:txBody>
      </p:sp>
      <p:pic>
        <p:nvPicPr>
          <p:cNvPr name="Picture 23" id="23"/>
          <p:cNvPicPr>
            <a:picLocks noChangeAspect="true"/>
          </p:cNvPicPr>
          <p:nvPr/>
        </p:nvPicPr>
        <p:blipFill>
          <a:blip r:embed="rId23"/>
          <a:stretch>
            <a:fillRect/>
          </a:stretch>
        </p:blipFill>
        <p:spPr>
          <a:xfrm>
            <a:off x="6451600" y="6388100"/>
            <a:ext cx="3517900" cy="2628900"/>
          </a:xfrm>
          <a:prstGeom prst="rect">
            <a:avLst/>
          </a:prstGeom>
        </p:spPr>
      </p:pic>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4" id="24"/>
          <p:cNvPicPr>
            <a:picLocks noChangeAspect="true"/>
          </p:cNvPicPr>
          <p:nvPr/>
        </p:nvPicPr>
        <p:blipFill>
          <a:blip r:embed="rId24"/>
          <a:stretch>
            <a:fillRect/>
          </a:stretch>
        </p:blipFill>
        <p:spPr>
          <a:xfrm>
            <a:off x="0" y="127000"/>
            <a:ext cx="23749000" cy="16548100"/>
          </a:xfrm>
          <a:prstGeom prst="rect">
            <a:avLst/>
          </a:prstGeom>
        </p:spPr>
      </p:pic>
      <p:sp>
        <p:nvSpPr>
          <p:cNvPr name="TextBox 24" id="2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policy, it will be very difficult for the government to ignore them. The governing powers in the environment where your local assembly is situated will take you more seriously when you are many. As a </a:t>
            </a:r>
            <a:r>
              <a:rPr lang="en-US" sz="3700">
                <a:solidFill>
                  <a:srgbClr val="252525"/>
                </a:solidFill>
              </a:rPr>
              <a:t>result, your local assembly can influence </a:t>
            </a:r>
            <a:r>
              <a:rPr lang="en-US" sz="3700">
                <a:solidFill>
                  <a:srgbClr val="252525"/>
                </a:solidFill>
              </a:rPr>
              <a:t>the culture and policies in that </a:t>
            </a:r>
            <a:r>
              <a:rPr lang="en-US" sz="3700">
                <a:solidFill>
                  <a:srgbClr val="252525"/>
                </a:solidFill>
              </a:rPr>
              <a:t>environment.</a:t>
            </a:r>
          </a:p>
          <a:p>
            <a:r>
              <a:rPr lang="en-US" sz="3700">
                <a:solidFill>
                  <a:srgbClr val="252525"/>
                </a:solidFill>
              </a:rPr>
              <a:t/>
            </a:r>
          </a:p>
          <a:p>
            <a:r>
              <a:rPr lang="en-US" sz="3700">
                <a:solidFill>
                  <a:srgbClr val="252525"/>
                </a:solidFill>
              </a:rPr>
              <a:t>When we are many, projects become easier to accomplish. When ten people come together to do something, they will </a:t>
            </a:r>
            <a:r>
              <a:rPr lang="en-US" sz="3700">
                <a:solidFill>
                  <a:srgbClr val="252525"/>
                </a:solidFill>
              </a:rPr>
              <a:t>have to put in a lot of effort and personal </a:t>
            </a:r>
            <a:r>
              <a:rPr lang="en-US" sz="3700">
                <a:solidFill>
                  <a:srgbClr val="252525"/>
                </a:solidFill>
              </a:rPr>
              <a:t>resources to get it done. However, if 100 people come together to do the same </a:t>
            </a:r>
            <a:r>
              <a:rPr lang="en-US" sz="3700">
                <a:solidFill>
                  <a:srgbClr val="252525"/>
                </a:solidFill>
              </a:rPr>
              <a:t>thing, they obviously will need less individual effort and personal resources to </a:t>
            </a:r>
          </a:p>
        </p:txBody>
      </p:sp>
      <p:pic>
        <p:nvPicPr>
          <p:cNvPr name="Picture 26" id="26"/>
          <p:cNvPicPr>
            <a:picLocks noChangeAspect="true"/>
          </p:cNvPicPr>
          <p:nvPr/>
        </p:nvPicPr>
        <p:blipFill>
          <a:blip r:embed="rId26"/>
          <a:stretch>
            <a:fillRect/>
          </a:stretch>
        </p:blipFill>
        <p:spPr>
          <a:xfrm>
            <a:off x="6451600" y="6388100"/>
            <a:ext cx="2349500" cy="3136900"/>
          </a:xfrm>
          <a:prstGeom prst="rect">
            <a:avLst/>
          </a:prstGeom>
        </p:spPr>
      </p:pic>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7" id="27"/>
          <p:cNvPicPr>
            <a:picLocks noChangeAspect="true"/>
          </p:cNvPicPr>
          <p:nvPr/>
        </p:nvPicPr>
        <p:blipFill>
          <a:blip r:embed="rId27"/>
          <a:stretch>
            <a:fillRect/>
          </a:stretch>
        </p:blipFill>
        <p:spPr>
          <a:xfrm>
            <a:off x="0" y="127000"/>
            <a:ext cx="23749000" cy="16548100"/>
          </a:xfrm>
          <a:prstGeom prst="rect">
            <a:avLst/>
          </a:prstGeom>
        </p:spPr>
      </p:pic>
      <p:sp>
        <p:nvSpPr>
          <p:cNvPr name="TextBox 27" id="28"/>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get that thing done. Therefore, projects are </a:t>
            </a:r>
            <a:r>
              <a:rPr lang="en-US" sz="3700">
                <a:solidFill>
                  <a:srgbClr val="252525"/>
                </a:solidFill>
              </a:rPr>
              <a:t>done faster and easier when we are many.</a:t>
            </a:r>
          </a:p>
          <a:p>
            <a:r>
              <a:rPr lang="en-US" sz="3700">
                <a:solidFill>
                  <a:srgbClr val="252525"/>
                </a:solidFill>
              </a:rPr>
              <a:t/>
            </a:r>
          </a:p>
          <a:p>
            <a:r>
              <a:rPr lang="en-US" sz="3700">
                <a:solidFill>
                  <a:srgbClr val="252525"/>
                </a:solidFill>
              </a:rPr>
              <a:t>Beloved, if truly God is your father, you should be committed to the expansion of His kingdom. Preach the gospel anywhere </a:t>
            </a:r>
            <a:r>
              <a:rPr lang="en-US" sz="3700">
                <a:solidFill>
                  <a:srgbClr val="252525"/>
                </a:solidFill>
              </a:rPr>
              <a:t>you find yourself and set a personal target </a:t>
            </a:r>
            <a:r>
              <a:rPr lang="en-US" sz="3700">
                <a:solidFill>
                  <a:srgbClr val="252525"/>
                </a:solidFill>
              </a:rPr>
              <a:t>to win at least one soul to Christ per day. If you cannot go to the mission field, support missionaries with your prayers and your personal resources. The more Christians we have around the world, the greater our impact will be.</a:t>
            </a:r>
          </a:p>
          <a:p>
            <a:r>
              <a:rPr lang="en-US" sz="3700">
                <a:solidFill>
                  <a:srgbClr val="252525"/>
                </a:solidFill>
              </a:rPr>
              <a:t>]</a:t>
            </a:r>
          </a:p>
          <a:p>
            <a:r>
              <a:rPr lang="en-US" sz="3700">
                <a:solidFill>
                  <a:srgbClr val="252525"/>
                </a:solidFill>
              </a:rPr>
              <a:t>  Thank you JESUS CHRIST SON OF LIVING GOD </a:t>
            </a:r>
          </a:p>
        </p:txBody>
      </p:sp>
      <p:pic>
        <p:nvPicPr>
          <p:cNvPr name="Picture 29" id="29"/>
          <p:cNvPicPr>
            <a:picLocks noChangeAspect="true"/>
          </p:cNvPicPr>
          <p:nvPr/>
        </p:nvPicPr>
        <p:blipFill>
          <a:blip r:embed="rId29"/>
          <a:stretch>
            <a:fillRect/>
          </a:stretch>
        </p:blipFill>
        <p:spPr>
          <a:xfrm>
            <a:off x="6451600" y="1841500"/>
            <a:ext cx="2032000" cy="2717800"/>
          </a:xfrm>
          <a:prstGeom prst="rect">
            <a:avLst/>
          </a:prstGeom>
        </p:spPr>
      </p:pic>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0" id="30"/>
          <p:cNvPicPr>
            <a:picLocks noChangeAspect="true"/>
          </p:cNvPicPr>
          <p:nvPr/>
        </p:nvPicPr>
        <p:blipFill>
          <a:blip r:embed="rId30"/>
          <a:stretch>
            <a:fillRect/>
          </a:stretch>
        </p:blipFill>
        <p:spPr>
          <a:xfrm>
            <a:off x="0" y="127000"/>
            <a:ext cx="23749000" cy="16548100"/>
          </a:xfrm>
          <a:prstGeom prst="rect">
            <a:avLst/>
          </a:prstGeom>
        </p:spPr>
      </p:pic>
      <p:sp>
        <p:nvSpPr>
          <p:cNvPr name="TextBox 30" id="3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a:r>
          </a:p>
          <a:p>
            <a:r>
              <a:rPr lang="en-US" sz="3700">
                <a:solidFill>
                  <a:srgbClr val="252525"/>
                </a:solidFill>
              </a:rPr>
              <a:t/>
            </a:r>
          </a:p>
        </p:txBody>
      </p:sp>
      <p:pic>
        <p:nvPicPr>
          <p:cNvPr name="Picture 32" id="32"/>
          <p:cNvPicPr>
            <a:picLocks noChangeAspect="true"/>
          </p:cNvPicPr>
          <p:nvPr/>
        </p:nvPicPr>
        <p:blipFill>
          <a:blip r:embed="rId32"/>
          <a:stretch>
            <a:fillRect/>
          </a:stretch>
        </p:blipFill>
        <p:spPr>
          <a:xfrm>
            <a:off x="6451600" y="317500"/>
            <a:ext cx="6921500" cy="5194300"/>
          </a:xfrm>
          <a:prstGeom prst="rect">
            <a:avLst/>
          </a:prstGeom>
        </p:spPr>
      </p:pic>
      <p:pic>
        <p:nvPicPr>
          <p:cNvPr name="Picture 33" id="33"/>
          <p:cNvPicPr>
            <a:picLocks noChangeAspect="true"/>
          </p:cNvPicPr>
          <p:nvPr/>
        </p:nvPicPr>
        <p:blipFill>
          <a:blip r:embed="rId33"/>
          <a:stretch>
            <a:fillRect/>
          </a:stretch>
        </p:blipFill>
        <p:spPr>
          <a:xfrm>
            <a:off x="6451600" y="5715000"/>
            <a:ext cx="6921500" cy="6921500"/>
          </a:xfrm>
          <a:prstGeom prst="rect">
            <a:avLst/>
          </a:prstGeom>
        </p:spPr>
      </p:pic>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4" id="34"/>
          <p:cNvPicPr>
            <a:picLocks noChangeAspect="true"/>
          </p:cNvPicPr>
          <p:nvPr/>
        </p:nvPicPr>
        <p:blipFill>
          <a:blip r:embed="rId34"/>
          <a:stretch>
            <a:fillRect/>
          </a:stretch>
        </p:blipFill>
        <p:spPr>
          <a:xfrm>
            <a:off x="0" y="127000"/>
            <a:ext cx="23749000" cy="16548100"/>
          </a:xfrm>
          <a:prstGeom prst="rect">
            <a:avLst/>
          </a:prstGeom>
        </p:spPr>
      </p:pic>
      <p:sp>
        <p:nvSpPr>
          <p:cNvPr name="TextBox 34" id="3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a:r>
          </a:p>
        </p:txBody>
      </p:sp>
      <p:pic>
        <p:nvPicPr>
          <p:cNvPr name="Picture 36" id="36"/>
          <p:cNvPicPr>
            <a:picLocks noChangeAspect="true"/>
          </p:cNvPicPr>
          <p:nvPr/>
        </p:nvPicPr>
        <p:blipFill>
          <a:blip r:embed="rId36"/>
          <a:stretch>
            <a:fillRect/>
          </a:stretch>
        </p:blipFill>
        <p:spPr>
          <a:xfrm>
            <a:off x="6591300" y="381000"/>
            <a:ext cx="7264400" cy="15811500"/>
          </a:xfrm>
          <a:prstGeom prst="rect">
            <a:avLst/>
          </a:prstGeom>
        </p:spPr>
      </p:pic>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7" id="37"/>
          <p:cNvPicPr>
            <a:picLocks noChangeAspect="true"/>
          </p:cNvPicPr>
          <p:nvPr/>
        </p:nvPicPr>
        <p:blipFill>
          <a:blip r:embed="rId37"/>
          <a:stretch>
            <a:fillRect/>
          </a:stretch>
        </p:blipFill>
        <p:spPr>
          <a:xfrm>
            <a:off x="0" y="127000"/>
            <a:ext cx="23749000" cy="16548100"/>
          </a:xfrm>
          <a:prstGeom prst="rect">
            <a:avLst/>
          </a:prstGeom>
        </p:spPr>
      </p:pic>
      <p:sp>
        <p:nvSpPr>
          <p:cNvPr name="TextBox 37" id="38"/>
          <p:cNvSpPr txBox="true"/>
          <p:nvPr/>
        </p:nvSpPr>
        <p:spPr>
          <a:xfrm>
            <a:off x="5930900" y="4368800"/>
            <a:ext cx="11887200" cy="12687300"/>
          </a:xfrm>
          <a:prstGeom prst="rect">
            <a:avLst/>
          </a:prstGeom>
        </p:spPr>
        <p:txBody>
          <a:bodyPr anchor="t" rtlCol="false"/>
          <a:lstStyle/>
          <a:p>
            <a:pPr algn="l"/>
            <a:r>
              <a:t/>
            </a:r>
            <a:endParaRPr lang="en-US" sz="1100"/>
          </a:p>
          <a:p>
            <a:r>
              <a:rPr lang="en-US" sz="3700">
                <a:solidFill>
                  <a:srgbClr val="252525"/>
                </a:solidFill>
              </a:rPr>
              <a:t>The LORD is my shepherd; I shall not want.</a:t>
            </a:r>
          </a:p>
          <a:p>
            <a:r>
              <a:rPr lang="en-US" sz="5000"/>
              <a:t>  </a:t>
            </a:r>
          </a:p>
          <a:p>
            <a:r>
              <a:rPr lang="en-US" sz="3700">
                <a:solidFill>
                  <a:srgbClr val="252525"/>
                </a:solidFill>
              </a:rPr>
              <a:t>He maketh me to lie down in green pastures: he leadeth me beside the still waters.</a:t>
            </a:r>
          </a:p>
          <a:p>
            <a:r>
              <a:rPr lang="en-US" sz="5000"/>
              <a:t>  </a:t>
            </a:r>
          </a:p>
          <a:p>
            <a:r>
              <a:rPr lang="en-US" sz="3700">
                <a:solidFill>
                  <a:srgbClr val="252525"/>
                </a:solidFill>
              </a:rPr>
              <a:t>He restoreth my soul: he leadeth me in the paths of righteousness for his name's sake.</a:t>
            </a:r>
          </a:p>
          <a:p>
            <a:r>
              <a:rPr lang="en-US" sz="5000"/>
              <a:t>  </a:t>
            </a:r>
          </a:p>
          <a:p>
            <a:r>
              <a:rPr lang="en-US" sz="3700">
                <a:solidFill>
                  <a:srgbClr val="252525"/>
                </a:solidFill>
              </a:rPr>
              <a:t>Yea, though I walk through the valley of the shadow of death, I will fear no evil: for thou art with me; thy rod and thy staff they comfort me.</a:t>
            </a:r>
          </a:p>
          <a:p>
            <a:r>
              <a:rPr lang="en-US" sz="5000"/>
              <a:t>  </a:t>
            </a:r>
          </a:p>
          <a:p>
            <a:r>
              <a:rPr lang="en-US" sz="3700">
                <a:solidFill>
                  <a:srgbClr val="252525"/>
                </a:solidFill>
              </a:rPr>
              <a:t>Thou preparest a table before me in the presence of mine enemies: thou anointest </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9" id="39"/>
          <p:cNvPicPr>
            <a:picLocks noChangeAspect="true"/>
          </p:cNvPicPr>
          <p:nvPr/>
        </p:nvPicPr>
        <p:blipFill>
          <a:blip r:embed="rId39"/>
          <a:stretch>
            <a:fillRect/>
          </a:stretch>
        </p:blipFill>
        <p:spPr>
          <a:xfrm>
            <a:off x="0" y="127000"/>
            <a:ext cx="23749000" cy="16548100"/>
          </a:xfrm>
          <a:prstGeom prst="rect">
            <a:avLst/>
          </a:prstGeom>
        </p:spPr>
      </p:pic>
      <p:sp>
        <p:nvSpPr>
          <p:cNvPr name="TextBox 39" id="40"/>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my head with oil; my cup runneth over.</a:t>
            </a:r>
          </a:p>
          <a:p>
            <a:r>
              <a:rPr lang="en-US" sz="5000"/>
              <a:t>  </a:t>
            </a:r>
          </a:p>
          <a:p>
            <a:r>
              <a:rPr lang="en-US" sz="3700">
                <a:solidFill>
                  <a:srgbClr val="252525"/>
                </a:solidFill>
              </a:rPr>
              <a:t>Surely goodness and mercy shall follow me all the days of my life: and I will dwell </a:t>
            </a:r>
            <a:r>
              <a:rPr lang="en-US" sz="3700">
                <a:solidFill>
                  <a:srgbClr val="252525"/>
                </a:solidFill>
              </a:rPr>
              <a:t>in</a:t>
            </a:r>
            <a:r>
              <a:rPr lang="en-US" sz="3700">
                <a:solidFill>
                  <a:srgbClr val="252525"/>
                </a:solidFill>
              </a:rPr>
              <a:t> the house of the LORD for ever.</a:t>
            </a:r>
            <a:r>
              <a:rPr lang="en-US" sz="3700">
                <a:solidFill>
                  <a:srgbClr val="252525"/>
                </a:solidFill>
              </a:rPr>
              <a:t/>
            </a:r>
          </a:p>
          <a:p>
            <a:r>
              <a:rPr lang="en-US" sz="3700">
                <a:solidFill>
                  <a:srgbClr val="252525"/>
                </a:solidFill>
              </a:rPr>
              <a:t> AMEN.</a:t>
            </a:r>
          </a:p>
        </p:txBody>
      </p:sp>
      <p:pic>
        <p:nvPicPr>
          <p:cNvPr name="Picture 41" id="41"/>
          <p:cNvPicPr>
            <a:picLocks noChangeAspect="true"/>
          </p:cNvPicPr>
          <p:nvPr/>
        </p:nvPicPr>
        <p:blipFill>
          <a:blip r:embed="rId41"/>
          <a:stretch>
            <a:fillRect/>
          </a:stretch>
        </p:blipFill>
        <p:spPr>
          <a:xfrm>
            <a:off x="6451600" y="4114800"/>
            <a:ext cx="6819900" cy="9093200"/>
          </a:xfrm>
          <a:prstGeom prst="rect">
            <a:avLst/>
          </a:prstGeom>
        </p:spPr>
      </p:pic>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42" id="42"/>
          <p:cNvPicPr>
            <a:picLocks noChangeAspect="true"/>
          </p:cNvPicPr>
          <p:nvPr/>
        </p:nvPicPr>
        <p:blipFill>
          <a:blip r:embed="rId42"/>
          <a:stretch>
            <a:fillRect/>
          </a:stretch>
        </p:blipFill>
        <p:spPr>
          <a:xfrm>
            <a:off x="0" y="127000"/>
            <a:ext cx="23749000" cy="165481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terms:modified xsi:type="dcterms:W3CDTF">2011-08-01T06:04:30Z</dcterms:modified>
  <cp:revision>1</cp:revision>
</cp:coreProperties>
</file>