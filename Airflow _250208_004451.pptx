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</a:t>
            </a:r>
            <a:r>
              <a:rPr lang="en-US" sz="3700">
                <a:solidFill>
                  <a:srgbClr val="252525"/>
                </a:solidFill>
              </a:rPr>
              <a:t>cloud auth login - authorize gcloud to access the Cloud Platform with Google user credentialsSYNOPSISgcloud auth login [ACCOUNT] [--no-activate] [--brief] [--no-browser] [--cred-file=CRED_FILE] [--enable-gdrive-access] [--force] [--no-launch-browser] [--login-config=LOGIN_CONFIG] [--update-adc] [GCLOUD_WIDE_FLAG …]DESCRIPTIONObtains access credentials for your user account via a web-based authorization flow. When this command completes successfully, it sets the active account in the current configuration to the account specified. If no configuration exists, it creates a configuration named default.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valid credentials for an account are already available from a prior authorization, the account is set to active without rerunning the flow.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Use gcloud auth list to view credentialed accounts.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you'd rather authorize without a web browser but still interact with the command line, use the --no-browser flag. To authorize without a web browser and non-interactively, create a service account with the appropriate scopes using the Google Cloud Console and use gcloud auth activate-service-account with the corresponding JSON key file.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addition to Google user credentials, authorization using workload identity federation, workforce identity federation, or service account keys is also supported.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authorization with external accounts or service accounts, the --cred-file flag must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be specified with the path to the workload identity credential configuration file or service account key file (JSON).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Login with workload and workforce identity federation is also supported in both gsutil and bq. This command is the recommended way of using external accounts.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more information on workload identity federation, see: https://cloud.google.com/iam/docs/workload-identity-federation.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more information on workforce identity federation, see: https://cloud.google.com/iam/docs/workforce-identity-federation.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more information on authorization and credential types, see: https://cloud.google.com/sdk/docs/authorizing.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EXAMPLESTo obtain access credentials for your user account, run: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auth login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To obtain access credentials using workload or workforce identity federation, run: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auth login --cred-file=/path/to/configuration/file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To obtain access credentials using a browser-based sign-in flow with workforce identity federation, run: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auth login --login-config=/path/to/configuration/filePOSITIONAL ARGUMENTS[ACCOUNT]User account used for authorization. When the account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specified has valid credentials in the local credential store these credentials will be re-used, otherwise a new credential will be fetched. If you need to fetch a new credential for an account with valid credentials stored, run the command with the --force flag.FLAGS--activateSet the new account to active. Enabled by default, use --no-activate to disable.--briefMinimal user output.--browserIf you want to authorize the gcloud CLI on a machine that doesn't have a browser and you can install the gcloud CLI on another machine with a browser, use the --no-browser flag.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To initiate authorization, enter the following command: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auth login --no-browser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Copy the long command that begins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with gcloud auth login --remote-bootstrap=".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Paste and run this command on the command line of a different, trusted machine that has local installations of both a web browser and the gcloud CLI tool version 372.0 or later.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Copy the long URL output from the machine with the web browser.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Paste the long URL back to the first machine under the prompt, "Enter the output of the above command", and press Enter to complete the authorization.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Enabled by default, use --no-browser to disable.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--cred-file=CRED_FILEPath to the external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account configuration file (workload identity pool, generated by the Cloud Console or gcloud iam workload-identity-pools create-cred-config) or service account credential key file (JSON).--enable-gdrive-accessEnable Google Drive access.--forceRe-run the web authorization flow even if the given account has valid credentials.--launch-browserLaunch a browser for authorization. If not enabled or if it is not possible to launch a browser, prints a URL to standard output to be copied.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you want to authorize the gcloud CLI on a machine that doesn't have a browser and you cannot install the gcloud CLI on another machine with a browser, use the --no-launch-browser flag. The --no-launch-browser flag prevents the command from automatically opening a web browser.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1. To initiate authorization, enter the following command: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auth login --no-launch-browser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Copy the long URL that begins with https://accounts.google.com/o/oauth2/auth...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Paste this URL into the browser of a different, trusted machine that has a web browser.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Copy the authorization code from the machine with the web browser.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Paste the authorization code back to the first machine at the prompt, "Enter authorization code", and press Enter to complete the authorization.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Enabled by default, use --no-launch-browser to disable.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--login-config=LOGIN_CONFIGPath to the workforce identity federation login configuration file which can be generated using the gcloud iam workforce-pools create-login-config command. Overrides the default auth/login_config_file property value for this command invocation.--update-adcWrite the obtained credentials to the well-known location for Application Default Credentials (ADC). Run $ gcloud auth application-default --help to learn more about ADC. Any credentials previously generated by gcloud auth application-default login will be overwritten.GCLOUD WIDE FLAGSThese flags are available to all commands: --access-token-file, --account, --billing-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project, --configuration, --flags-file, --flatten, --format, --help, --impersonate-service-account, --log-http, --project, --quiet, --trace-token, --user-output-enabled, --verbosity.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Run $ gcloud help for details.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NOTESThese variants are also available: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alpha auth login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gcloud beta auth login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Was this helpful?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Send feedback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Except as otherwise noted, the content of this page is licensed under the Creative Commons Attribution 4.0 License, and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code samples are licensed under the Apache 2.0 License. For details, see the Google Developers Site Policies. Java is a registered trademark of Oracle and/or its affiliates.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Last updated 2025-01-07 UTC.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