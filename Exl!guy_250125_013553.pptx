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viewProps" Target="viewProps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" Type="http://schemas.openxmlformats.org/officeDocument/2006/relationships/theme" Target="theme/theme1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" Type="http://schemas.openxmlformats.org/officeDocument/2006/relationships/tableStyles" Target="tableStyles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" Type="http://schemas.openxmlformats.org/officeDocument/2006/relationships/slide" Target="slides/slide1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" Type="http://schemas.openxmlformats.org/officeDocument/2006/relationships/image" Target="../media/image1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" Type="http://schemas.openxmlformats.org/officeDocument/2006/relationships/image" Target="../media/image1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1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" Type="http://schemas.openxmlformats.org/officeDocument/2006/relationships/image" Target="../media/image1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" Type="http://schemas.openxmlformats.org/officeDocument/2006/relationships/image" Target="../media/image1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" Type="http://schemas.openxmlformats.org/officeDocument/2006/relationships/image" Target="../media/image18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" Type="http://schemas.openxmlformats.org/officeDocument/2006/relationships/image" Target="../media/image19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" Type="http://schemas.openxmlformats.org/officeDocument/2006/relationships/image" Target="../media/image20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image2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" Type="http://schemas.openxmlformats.org/officeDocument/2006/relationships/image" Target="../media/image2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" Type="http://schemas.openxmlformats.org/officeDocument/2006/relationships/image" Target="../media/image23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24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" Type="http://schemas.openxmlformats.org/officeDocument/2006/relationships/image" Target="../media/image25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" Type="http://schemas.openxmlformats.org/officeDocument/2006/relationships/image" Target="../media/image26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" Type="http://schemas.openxmlformats.org/officeDocument/2006/relationships/image" Target="../media/image27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28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" Type="http://schemas.openxmlformats.org/officeDocument/2006/relationships/image" Target="../media/image29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" Type="http://schemas.openxmlformats.org/officeDocument/2006/relationships/image" Target="../media/image30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" Type="http://schemas.openxmlformats.org/officeDocument/2006/relationships/image" Target="../media/image31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" Type="http://schemas.openxmlformats.org/officeDocument/2006/relationships/image" Target="../media/image32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" Type="http://schemas.openxmlformats.org/officeDocument/2006/relationships/image" Target="../media/image33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" Type="http://schemas.openxmlformats.org/officeDocument/2006/relationships/image" Target="../media/image34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" Type="http://schemas.openxmlformats.org/officeDocument/2006/relationships/image" Target="../media/image35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" Type="http://schemas.openxmlformats.org/officeDocument/2006/relationships/image" Target="../media/image36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7" Type="http://schemas.openxmlformats.org/officeDocument/2006/relationships/image" Target="../media/image37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" Type="http://schemas.openxmlformats.org/officeDocument/2006/relationships/image" Target="../media/image38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" Type="http://schemas.openxmlformats.org/officeDocument/2006/relationships/image" Target="../media/image39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" Type="http://schemas.openxmlformats.org/officeDocument/2006/relationships/image" Target="../media/image40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1" Type="http://schemas.openxmlformats.org/officeDocument/2006/relationships/image" Target="../media/image41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" Type="http://schemas.openxmlformats.org/officeDocument/2006/relationships/image" Target="../media/image42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3" Type="http://schemas.openxmlformats.org/officeDocument/2006/relationships/image" Target="../media/image43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4" Type="http://schemas.openxmlformats.org/officeDocument/2006/relationships/image" Target="../media/image44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5" Type="http://schemas.openxmlformats.org/officeDocument/2006/relationships/image" Target="../media/image45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6" Type="http://schemas.openxmlformats.org/officeDocument/2006/relationships/image" Target="../media/image46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7" Type="http://schemas.openxmlformats.org/officeDocument/2006/relationships/image" Target="../media/image47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8" Type="http://schemas.openxmlformats.org/officeDocument/2006/relationships/image" Target="../media/image48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9" Type="http://schemas.openxmlformats.org/officeDocument/2006/relationships/image" Target="../media/image49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0" Type="http://schemas.openxmlformats.org/officeDocument/2006/relationships/image" Target="../media/image50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1" Type="http://schemas.openxmlformats.org/officeDocument/2006/relationships/image" Target="../media/image51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" Type="http://schemas.openxmlformats.org/officeDocument/2006/relationships/image" Target="../media/image52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3" Type="http://schemas.openxmlformats.org/officeDocument/2006/relationships/image" Target="../media/image53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4" Type="http://schemas.openxmlformats.org/officeDocument/2006/relationships/image" Target="../media/image54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5" Type="http://schemas.openxmlformats.org/officeDocument/2006/relationships/image" Target="../media/image55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6" Type="http://schemas.openxmlformats.org/officeDocument/2006/relationships/image" Target="../media/image56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7" Type="http://schemas.openxmlformats.org/officeDocument/2006/relationships/image" Target="../media/image57.pn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8" Type="http://schemas.openxmlformats.org/officeDocument/2006/relationships/image" Target="../media/image5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9" id="4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1" id="5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3" id="5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5" id="55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7" id="57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8" id="5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>
            <a:off x="0" y="127000"/>
            <a:ext cx="23749000" cy="1534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